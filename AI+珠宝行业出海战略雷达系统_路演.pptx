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22" autoAdjust="0"/>
    <p:restoredTop sz="94620" autoAdjust="0"/>
  </p:normalViewPr>
  <p:slideViewPr>
    <p:cSldViewPr snapToGrid="0" snapToObjects="1">
      <p:cViewPr varScale="1">
        <p:scale>
          <a:sx n="102" d="100"/>
          <a:sy n="102" d="100"/>
        </p:scale>
        <p:origin x="2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76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0CB7-FA4E-2CDB-DB28-0A3CCB5C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0A78B-9EB9-BC33-098B-5C8802A28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BD271-38A8-50E8-BB8E-BAA17C5CD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9BAE8-55A6-D9B2-7A1F-8B85687E3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p-btvkxctz25mp.appmiaoda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altLang="zh-CN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</a:t>
            </a:r>
            <a:r>
              <a:rPr lang="zh-CN" alt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珠宝行业出海战略雷达系统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</a:t>
            </a: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实时战略决策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5720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翻斗花园牛爷爷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4名人类 + 1名AI | 珠宝出海 × Vibe 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2148840"/>
            <a:ext cx="640080" cy="640080"/>
          </a:xfrm>
          <a:prstGeom prst="ellipse">
            <a:avLst/>
          </a:prstGeom>
          <a:solidFill>
            <a:srgbClr val="0070F3">
              <a:alpha val="9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48457" y="2651760"/>
            <a:ext cx="1280160" cy="1280160"/>
          </a:xfrm>
          <a:prstGeom prst="ellipse">
            <a:avLst/>
          </a:prstGeom>
          <a:solidFill>
            <a:srgbClr val="0070F3">
              <a:alpha val="94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8417" y="2103120"/>
            <a:ext cx="1920240" cy="1920240"/>
          </a:xfrm>
          <a:prstGeom prst="ellipse">
            <a:avLst/>
          </a:prstGeom>
          <a:solidFill>
            <a:srgbClr val="0070F3">
              <a:alpha val="96000"/>
            </a:srgbClr>
          </a:solidFill>
          <a:ln w="12700">
            <a:solidFill>
              <a:srgbClr val="0070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路演议程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70F3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珠宝出海的真实现状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70F3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解决方案与Vibe 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Agent架构与技术实现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70F3"/>
                </a:solidFill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核心功能与产品截图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70F3"/>
                </a:solidFill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607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风控与安全机制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幻觉校验与熔断降级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70F3"/>
                </a:solidFill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团队与落地价值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3+1人机协同与总结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4587-3628-1976-5EBC-A213F63C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8DD7399-5959-BB27-2687-06CCF0834A19}"/>
              </a:ext>
            </a:extLst>
          </p:cNvPr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28221-DC71-CC86-1B3A-AC29FE62CEB0}"/>
              </a:ext>
            </a:extLst>
          </p:cNvPr>
          <p:cNvSpPr/>
          <p:nvPr/>
        </p:nvSpPr>
        <p:spPr>
          <a:xfrm>
            <a:off x="36576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产品展示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05EF05-258C-E555-E5D8-6000F3A360AD}"/>
              </a:ext>
            </a:extLst>
          </p:cNvPr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62150A-FA51-13FD-73FD-69A9BC54321C}"/>
              </a:ext>
            </a:extLst>
          </p:cNvPr>
          <p:cNvSpPr/>
          <p:nvPr/>
        </p:nvSpPr>
        <p:spPr>
          <a:xfrm>
            <a:off x="1371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B2FC73-0CC4-89D0-72FB-D5F509810D00}"/>
              </a:ext>
            </a:extLst>
          </p:cNvPr>
          <p:cNvSpPr/>
          <p:nvPr/>
        </p:nvSpPr>
        <p:spPr>
          <a:xfrm>
            <a:off x="5294298" y="1188720"/>
            <a:ext cx="374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90F2E0-BBAE-0572-EF59-C42612D3D2E5}"/>
              </a:ext>
            </a:extLst>
          </p:cNvPr>
          <p:cNvSpPr/>
          <p:nvPr/>
        </p:nvSpPr>
        <p:spPr>
          <a:xfrm>
            <a:off x="6207162" y="1188720"/>
            <a:ext cx="2388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2A076-A800-9826-FC35-E54E61DFA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581" y="-52453"/>
            <a:ext cx="4309419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560124-822B-F793-0E56-D394CA6EABC6}"/>
              </a:ext>
            </a:extLst>
          </p:cNvPr>
          <p:cNvSpPr txBox="1"/>
          <p:nvPr/>
        </p:nvSpPr>
        <p:spPr>
          <a:xfrm>
            <a:off x="365760" y="2307547"/>
            <a:ext cx="6009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https://app-btvkxctz25mp.appmiaoda.com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04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4E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出海企业面临的决策困境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出海企业：信息即命脉，滞后即天价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市场极度分散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覆盖中/日/韩/美等市场，多语言信源人工监控成本极高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反应严重滞后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竞品降价后3周才获知，错失最佳防御窗口，损失大量营收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AI幻觉风险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通用大模型易生成绝对化表述，未经校验直接用于业务决策会带来合规灾难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64008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目标用户：全球珠宝出海集团 | 业务痛点：情报分析人效低、准确率低、响应慢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解决方案与Vibe Coding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C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Agent协作流水线及创新开发范式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6大Agent协作流水线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1316736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12801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901952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36192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852928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633472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8144" y="1280160"/>
            <a:ext cx="731520" cy="7315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72384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389120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9664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12801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8576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925312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705856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1280160"/>
            <a:ext cx="731520" cy="73152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44768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461504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8096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926080"/>
            <a:ext cx="8412480" cy="16459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Scout: 抓取多市场情报 </a:t>
            </a: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Parser: 提取竞品实体 </a:t>
            </a: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Validator: 校验打分拦截幻觉
</a:t>
            </a: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Analyst: 文心模型战略分析 </a:t>
            </a: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Briefing: 结构化分发 </a:t>
            </a: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Human: 人工复核兜底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技术实现与 Vibe Coding 范式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开发流程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 需求解析：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Kimi 深度解析图片素材与赛题要求，梳理业务逻辑树。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步骤2 AI全栈开发：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百度秒哒 平台完成系统架构、组件开发与迭代测试，实现全代码自动化编写。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 部署与交付：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基于秒哒一键部署前端与云函数，快速拉通闭环。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2011680"/>
          </a:xfrm>
          <a:prstGeom prst="rect">
            <a:avLst/>
          </a:prstGeom>
          <a:solidFill>
            <a:srgbClr val="E0E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核心技术底座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前端架构：</a:t>
            </a: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+ Tailwind CSS + shadcn/ui，全响应式设计。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后端与通信：</a:t>
            </a: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Edge Functions 无服务器架构，SSE 流式输出保障零延迟体验。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AI引擎集成：</a:t>
            </a: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百度AI搜索（实时数据侦察） + 文心大模型（战略分析与简报生成）。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产品截图与核心交互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核心产品界面：高管全局视野与风控追踪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2926080"/>
          </a:xfrm>
          <a:prstGeom prst="rect">
            <a:avLst/>
          </a:prstGeom>
          <a:solidFill>
            <a:srgbClr val="F8FAFC"/>
          </a:solidFill>
          <a:ln w="254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产品截图位置 1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【高管情报仪表盘与多源置信度】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(请在此处插入真实产品界面截图)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亮点：机会/风险四象限分布，红绿灯置信度一眼看懂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3840480" cy="2926080"/>
          </a:xfrm>
          <a:prstGeom prst="rect">
            <a:avLst/>
          </a:prstGeom>
          <a:solidFill>
            <a:srgbClr val="F8FAFC"/>
          </a:solidFill>
          <a:ln w="25400"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产品截图位置 2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【人工复核与风控日志页】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(请在此处插入真实产品界面截图)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亮点：熔断状态监控</a:t>
            </a:r>
            <a:r>
              <a:rPr lang="zh-CN" altLang="en-US" sz="12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与模拟</a:t>
            </a:r>
            <a:r>
              <a:rPr lang="en-US" sz="12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、历史错误分布图表、四级降级记录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653191-D676-8C75-E19F-260367151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1" y="1074419"/>
            <a:ext cx="4405218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C5B767-FC89-DA37-BD26-1A04AD59E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01" y="1097279"/>
            <a:ext cx="4159082" cy="30989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风控安全体系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解决AI幻觉，保障业务安全可运行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多源评分 + Validator：让AI输出可信任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多源置信度打分公式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(独立来源数 x 30%)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(信源可靠度 x 40%)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(信息一致性 x 30%)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结果分级：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&gt;80分: 绿灯(已确认) | 50-80分: 黄灯(推测) | &lt;50分: 红灯(传闻拦截)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 幻觉校验机制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绝对化表述检测：
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拦截包含“绝对、一定、最”的情报。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冲突判定：
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对来源间的互相矛盾进行标记。
</a:t>
            </a: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实时性校验：
</a:t>
            </a: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超期陈旧数据降级处理。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熔断器 + 降级策略：系统失控时的安全网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全局熔断器触发机制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solidFill>
            <a:schemeClr val="bg2">
              <a:alpha val="9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监控：单日接口错误率实时计算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29184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触发：错误率 &gt; 20% 自动熔断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2" name="Text 10"/>
          <p:cNvSpPr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拦截：停止AI自动化发布简报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291840" cy="457200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329184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恢复：错误率 &lt; 15% 且人工确认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四级降级与人工接管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缓存降级：API超时 &gt; 30s，返回缓存数据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置信降级：高危幻觉强制降至30分提示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人工接管：触发熔断后转入人工复核队列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一键回滚：已发布错误内容可立刻撤销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团队与落地价值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3+1人机协同与项目总结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团队介绍：翻斗花园牛爷爷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组织架构：全新的「4+1」人机协同模式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在Vibe Coding时代，AI已成为最核心的“第四位团队成员”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023360" cy="2194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 4名人类成员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业务分析与产品架构设计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核心Prompt工程调优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界面体验与风控逻辑把控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负责“做正确的事”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023360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1名AI成员（百度秒哒）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全栈应用与组件代码编写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Bug修复与自动化调试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一键打包与云端部署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负责“正确的做事”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落地价值：打通情报到执行的闭环 （实时推演数据）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80160"/>
            <a:ext cx="190881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1908810" cy="73152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节省调研时间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3名全职分析师产能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8890" y="1280160"/>
            <a:ext cx="190881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8890" y="1280160"/>
            <a:ext cx="190881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54889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4889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889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发现商机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204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已采纳4项战略动作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6300" y="1280160"/>
            <a:ext cx="190881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6300" y="1280160"/>
            <a:ext cx="190881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8630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8630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630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早期风险预警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945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平均提前5.2天预警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23710" y="1280160"/>
            <a:ext cx="190881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3710" y="1280160"/>
            <a:ext cx="1908810" cy="73152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24" name="Text 22"/>
          <p:cNvSpPr/>
          <p:nvPr/>
        </p:nvSpPr>
        <p:spPr>
          <a:xfrm>
            <a:off x="682371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82371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跨市场传导命中率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686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成功预测6起市场波动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8321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👋 早安，管理者！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系统以「白话总结」替代晦涩技术指标，每日自动推送2项关键决策建议，让业务负责人无需阅读技术报告即可快速行动。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五大项目特色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34440"/>
            <a:ext cx="83210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4416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独创三层雷达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23444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L1采集→L2洞察→L3传导，从信号到战略的完整链路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83210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多Agent协作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19019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4个AI Agent各司其职，流水线式作业，效率倍增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83210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569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工业级风控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256946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20%熔断阈值、降级策略、人工接管，保障系统安全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83210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46704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2369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业务视角优先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323697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白话总结替代技术指标，让非技术管理者秒懂情报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904488"/>
            <a:ext cx="83210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14216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跨市场时差预测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390448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85%命中率，平均提前5.2天预警市场波动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0"/>
          </a:xfrm>
          <a:prstGeom prst="line">
            <a:avLst/>
          </a:prstGeom>
          <a:noFill/>
          <a:ln w="25400">
            <a:solidFill>
              <a:srgbClr val="FB8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欢迎评委老师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点评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与指导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625</Words>
  <Application>Microsoft Office PowerPoint</Application>
  <PresentationFormat>On-screen Show (16:9)</PresentationFormat>
  <Paragraphs>185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微软雅黑</vt:lpstr>
      <vt:lpstr>微软雅黑</vt:lpstr>
      <vt:lpstr>等线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海外市场情报雷达系统 - 项目路演</dc:title>
  <dc:subject>PptxGenJS Presentation</dc:subject>
  <dc:creator>翻斗花园牛爷爷</dc:creator>
  <cp:lastModifiedBy>Johnny Cheng</cp:lastModifiedBy>
  <cp:revision>12</cp:revision>
  <dcterms:created xsi:type="dcterms:W3CDTF">2026-05-23T08:31:35Z</dcterms:created>
  <dcterms:modified xsi:type="dcterms:W3CDTF">2026-05-24T06:45:16Z</dcterms:modified>
</cp:coreProperties>
</file>